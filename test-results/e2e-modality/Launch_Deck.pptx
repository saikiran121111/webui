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2026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74904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Round</a:t>
            </a:r>
            <a:endParaRPr lang="en-US" sz="1800" dirty="0"/>
          </a:p>
        </p:txBody>
      </p:sp>
      <p:sp>
        <p:nvSpPr>
          <p:cNvPr id="4" name="!!TitleAccent_s0"/>
          <p:cNvSpPr/>
          <p:nvPr/>
        </p:nvSpPr>
        <p:spPr>
          <a:xfrm>
            <a:off x="822960" y="4526280"/>
            <a:ext cx="2926080" cy="82296"/>
          </a:xfrm>
          <a:prstGeom prst="rect">
            <a:avLst/>
          </a:prstGeom>
          <a:solidFill>
            <a:srgbClr val="38E8FF"/>
          </a:solidFill>
          <a:ln/>
        </p:spPr>
      </p:sp>
      <p:pic>
        <p:nvPicPr>
          <p:cNvPr id="5" name="!!StatFill_s1" descr="preencoded.png">    </p:cNvPr>
          <p:cNvPicPr>
            <a:picLocks noChangeAspect="1"/>
          </p:cNvPicPr>
          <p:nvPr/>
        </p:nvPicPr>
        <p:blipFill>
          <a:blip r:embed="rId1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6" name="!!SplitMask_s1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Traction</a:t>
            </a:r>
            <a:endParaRPr lang="en-US" sz="3000" dirty="0"/>
          </a:p>
        </p:txBody>
      </p:sp>
      <p:pic>
        <p:nvPicPr>
          <p:cNvPr id="3" name="!!StatFill_s1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1_0"/>
          <p:cNvSpPr/>
          <p:nvPr/>
        </p:nvSpPr>
        <p:spPr>
          <a:xfrm>
            <a:off x="640080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1_0"/>
          <p:cNvSpPr/>
          <p:nvPr/>
        </p:nvSpPr>
        <p:spPr>
          <a:xfrm>
            <a:off x="822960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$120K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MRR</a:t>
            </a:r>
            <a:endParaRPr lang="en-US" sz="1300" dirty="0"/>
          </a:p>
        </p:txBody>
      </p:sp>
      <p:sp>
        <p:nvSpPr>
          <p:cNvPr id="7" name="!!StatCard_s1_1"/>
          <p:cNvSpPr/>
          <p:nvPr/>
        </p:nvSpPr>
        <p:spPr>
          <a:xfrm>
            <a:off x="6233008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!!StatValue_s1_1"/>
          <p:cNvSpPr/>
          <p:nvPr/>
        </p:nvSpPr>
        <p:spPr>
          <a:xfrm>
            <a:off x="6415888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15888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Growth</a:t>
            </a:r>
            <a:endParaRPr lang="en-US" sz="1300" dirty="0"/>
          </a:p>
        </p:txBody>
      </p:sp>
      <p:pic>
        <p:nvPicPr>
          <p:cNvPr id="10" name="!!StatFill_s2" descr="preencoded.png">    </p:cNvPr>
          <p:cNvPicPr>
            <a:picLocks noChangeAspect="1"/>
          </p:cNvPicPr>
          <p:nvPr/>
        </p:nvPicPr>
        <p:blipFill>
          <a:blip r:embed="rId2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11" name="!!SplitMask_s1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  <p:sp>
        <p:nvSpPr>
          <p:cNvPr id="12" name="!!SplitMask_s2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Comes Next</a:t>
            </a:r>
            <a:endParaRPr lang="en-US" sz="3000" dirty="0"/>
          </a:p>
        </p:txBody>
      </p:sp>
      <p:pic>
        <p:nvPicPr>
          <p:cNvPr id="3" name="!!StatFill_s2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2_0"/>
          <p:cNvSpPr/>
          <p:nvPr/>
        </p:nvSpPr>
        <p:spPr>
          <a:xfrm>
            <a:off x="640080" y="1920240"/>
            <a:ext cx="10911535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2_0"/>
          <p:cNvSpPr/>
          <p:nvPr/>
        </p:nvSpPr>
        <p:spPr>
          <a:xfrm>
            <a:off x="822960" y="237744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$1.4M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ARR</a:t>
            </a:r>
            <a:endParaRPr lang="en-US" sz="1300" dirty="0"/>
          </a:p>
        </p:txBody>
      </p:sp>
      <p:sp>
        <p:nvSpPr>
          <p:cNvPr id="7" name="!!SplitMask_s2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</dc:title>
  <dc:subject>PptxGenJS Presentation</dc:subject>
  <dc:creator>Local AI WebUI</dc:creator>
  <cp:lastModifiedBy>Local AI WebUI</cp:lastModifiedBy>
  <cp:revision>1</cp:revision>
  <dcterms:created xsi:type="dcterms:W3CDTF">2026-10-19T11:41:34Z</dcterms:created>
  <dcterms:modified xsi:type="dcterms:W3CDTF">2026-10-19T11:41:34Z</dcterms:modified>
</cp:coreProperties>
</file>